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48" y="15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s Arzl" userId="aca215abf0e15ba1" providerId="LiveId" clId="{3A5314DA-A846-4B75-8878-F193A37DFA94}"/>
    <pc:docChg chg="custSel mod modSld addMainMaster delMainMaster modMainMaster modNotesMaster setSldSz">
      <pc:chgData name="Lukas Arzl" userId="aca215abf0e15ba1" providerId="LiveId" clId="{3A5314DA-A846-4B75-8878-F193A37DFA94}" dt="2026-05-30T10:20:02.280" v="1" actId="26606"/>
      <pc:docMkLst>
        <pc:docMk/>
      </pc:docMkLst>
      <pc:sldChg chg="addSp delSp modSp mod setBg modClrScheme chgLayout modNotes">
        <pc:chgData name="Lukas Arzl" userId="aca215abf0e15ba1" providerId="LiveId" clId="{3A5314DA-A846-4B75-8878-F193A37DFA94}" dt="2026-05-30T10:20:02.280" v="1" actId="26606"/>
        <pc:sldMkLst>
          <pc:docMk/>
          <pc:sldMk cId="0" sldId="256"/>
        </pc:sldMkLst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4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5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6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7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8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56"/>
            <ac:spMk id="9" creationId="{00000000-0000-0000-0000-000000000000}"/>
          </ac:spMkLst>
        </pc:spChg>
        <pc:picChg chg="add">
          <ac:chgData name="Lukas Arzl" userId="aca215abf0e15ba1" providerId="LiveId" clId="{3A5314DA-A846-4B75-8878-F193A37DFA94}" dt="2026-05-30T10:20:02.280" v="1" actId="2660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 setBg modClrScheme chgLayout modNotes">
        <pc:chgData name="Lukas Arzl" userId="aca215abf0e15ba1" providerId="LiveId" clId="{3A5314DA-A846-4B75-8878-F193A37DFA94}" dt="2026-05-30T10:20:02.280" v="1" actId="26606"/>
        <pc:sldMkLst>
          <pc:docMk/>
          <pc:sldMk cId="0" sldId="257"/>
        </pc:sldMkLst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7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13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14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18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19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22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23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25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57"/>
            <ac:spMk id="26" creationId="{00000000-0000-0000-0000-000000000000}"/>
          </ac:spMkLst>
        </pc:spChg>
      </pc:sldChg>
      <pc:sldChg chg="addSp delSp modSp mod setBg modClrScheme chgLayout modNotes">
        <pc:chgData name="Lukas Arzl" userId="aca215abf0e15ba1" providerId="LiveId" clId="{3A5314DA-A846-4B75-8878-F193A37DFA94}" dt="2026-05-30T10:20:02.280" v="1" actId="26606"/>
        <pc:sldMkLst>
          <pc:docMk/>
          <pc:sldMk cId="0" sldId="258"/>
        </pc:sldMkLst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4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5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7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10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13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17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19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20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31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8"/>
            <ac:spMk id="34" creationId="{00000000-0000-0000-0000-000000000000}"/>
          </ac:spMkLst>
        </pc:spChg>
        <pc:spChg chg="mod replId">
          <ac:chgData name="Lukas Arzl" userId="aca215abf0e15ba1" providerId="LiveId" clId="{3A5314DA-A846-4B75-8878-F193A37DFA94}" dt="2026-05-30T10:20:02.029" v="0" actId="26606"/>
          <ac:spMkLst>
            <pc:docMk/>
            <pc:sldMk cId="0" sldId="258"/>
            <ac:spMk id="35" creationId="{00000000-0000-0000-0000-000000000000}"/>
          </ac:spMkLst>
        </pc:spChg>
        <pc:spChg chg="mod replId">
          <ac:chgData name="Lukas Arzl" userId="aca215abf0e15ba1" providerId="LiveId" clId="{3A5314DA-A846-4B75-8878-F193A37DFA94}" dt="2026-05-30T10:20:02.029" v="0" actId="26606"/>
          <ac:spMkLst>
            <pc:docMk/>
            <pc:sldMk cId="0" sldId="258"/>
            <ac:spMk id="36" creationId="{00000000-0000-0000-0000-000000000000}"/>
          </ac:spMkLst>
        </pc:spChg>
      </pc:sldChg>
      <pc:sldChg chg="addSp delSp modSp mod setBg modClrScheme chgLayout modNotes">
        <pc:chgData name="Lukas Arzl" userId="aca215abf0e15ba1" providerId="LiveId" clId="{3A5314DA-A846-4B75-8878-F193A37DFA94}" dt="2026-05-30T10:20:02.280" v="1" actId="26606"/>
        <pc:sldMkLst>
          <pc:docMk/>
          <pc:sldMk cId="0" sldId="259"/>
        </pc:sldMkLst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7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16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18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19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22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24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25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26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28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59"/>
            <ac:spMk id="30" creationId="{00000000-0000-0000-0000-000000000000}"/>
          </ac:spMkLst>
        </pc:spChg>
        <pc:spChg chg="mod replId">
          <ac:chgData name="Lukas Arzl" userId="aca215abf0e15ba1" providerId="LiveId" clId="{3A5314DA-A846-4B75-8878-F193A37DFA94}" dt="2026-05-30T10:20:02.029" v="0" actId="26606"/>
          <ac:spMkLst>
            <pc:docMk/>
            <pc:sldMk cId="0" sldId="259"/>
            <ac:spMk id="31" creationId="{00000000-0000-0000-0000-000000000000}"/>
          </ac:spMkLst>
        </pc:spChg>
      </pc:sldChg>
      <pc:sldChg chg="addSp delSp modSp mod setBg modClrScheme chgLayout modNotes">
        <pc:chgData name="Lukas Arzl" userId="aca215abf0e15ba1" providerId="LiveId" clId="{3A5314DA-A846-4B75-8878-F193A37DFA94}" dt="2026-05-30T10:20:02.280" v="1" actId="26606"/>
        <pc:sldMkLst>
          <pc:docMk/>
          <pc:sldMk cId="0" sldId="260"/>
        </pc:sldMkLst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4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10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11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15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16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22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28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29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32" creationId="{00000000-0000-0000-0000-000000000000}"/>
          </ac:spMkLst>
        </pc:spChg>
        <pc:spChg chg="mod replId">
          <ac:chgData name="Lukas Arzl" userId="aca215abf0e15ba1" providerId="LiveId" clId="{3A5314DA-A846-4B75-8878-F193A37DFA94}" dt="2026-05-30T10:20:02.029" v="0" actId="26606"/>
          <ac:spMkLst>
            <pc:docMk/>
            <pc:sldMk cId="0" sldId="260"/>
            <ac:spMk id="33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60"/>
            <ac:spMk id="34" creationId="{00000000-0000-0000-0000-000000000000}"/>
          </ac:spMkLst>
        </pc:spChg>
      </pc:sldChg>
      <pc:sldChg chg="addSp delSp modSp mod setBg modClrScheme chgLayout modNotes">
        <pc:chgData name="Lukas Arzl" userId="aca215abf0e15ba1" providerId="LiveId" clId="{3A5314DA-A846-4B75-8878-F193A37DFA94}" dt="2026-05-30T10:20:02.280" v="1" actId="26606"/>
        <pc:sldMkLst>
          <pc:docMk/>
          <pc:sldMk cId="0" sldId="261"/>
        </pc:sldMkLst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4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5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7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8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10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11" creationId="{00000000-0000-0000-0000-000000000000}"/>
          </ac:spMkLst>
        </pc:spChg>
        <pc:spChg chg="ad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13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14" creationId="{00000000-0000-0000-0000-000000000000}"/>
          </ac:spMkLst>
        </pc:spChg>
        <pc:spChg chg="del mod replId">
          <ac:chgData name="Lukas Arzl" userId="aca215abf0e15ba1" providerId="LiveId" clId="{3A5314DA-A846-4B75-8878-F193A37DFA94}" dt="2026-05-30T10:20:02.280" v="1" actId="26606"/>
          <ac:spMkLst>
            <pc:docMk/>
            <pc:sldMk cId="0" sldId="261"/>
            <ac:spMk id="15" creationId="{00000000-0000-0000-0000-000000000000}"/>
          </ac:spMkLst>
        </pc:spChg>
      </pc:sldChg>
      <pc:sldMasterChg chg="add addSldLayout">
        <pc:chgData name="Lukas Arzl" userId="aca215abf0e15ba1" providerId="LiveId" clId="{3A5314DA-A846-4B75-8878-F193A37DFA94}" dt="2026-05-30T10:20:02.280" v="1" actId="26606"/>
        <pc:sldMasterMkLst>
          <pc:docMk/>
          <pc:sldMasterMk cId="0" sldId="2147483648"/>
        </pc:sldMasterMkLst>
        <pc:sldLayoutChg chg="add">
          <pc:chgData name="Lukas Arzl" userId="aca215abf0e15ba1" providerId="LiveId" clId="{3A5314DA-A846-4B75-8878-F193A37DFA94}" dt="2026-05-30T10:20:02.280" v="1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Lukas Arzl" userId="aca215abf0e15ba1" providerId="LiveId" clId="{3A5314DA-A846-4B75-8878-F193A37DFA94}" dt="2026-05-30T10:20:02.280" v="1" actId="26606"/>
        <pc:sldMasterMkLst>
          <pc:docMk/>
          <pc:sldMasterMk cId="2209977519" sldId="2147483660"/>
        </pc:sldMasterMkLst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2614314258" sldId="2147483650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960648375" sldId="2147483651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2782244947" sldId="2147483652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990158736" sldId="2147483653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727027711" sldId="2147483654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1212999818" sldId="2147483655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1840726560" sldId="2147483656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3889236939" sldId="2147483657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2910927964" sldId="2147483658"/>
          </pc:sldLayoutMkLst>
        </pc:sldLayoutChg>
        <pc:sldLayoutChg chg="del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3612223792" sldId="2147483659"/>
          </pc:sldLayoutMkLst>
        </pc:sldLayoutChg>
        <pc:sldLayoutChg chg="del replId">
          <pc:chgData name="Lukas Arzl" userId="aca215abf0e15ba1" providerId="LiveId" clId="{3A5314DA-A846-4B75-8878-F193A37DFA94}" dt="2026-05-30T10:20:02.280" v="1" actId="26606"/>
          <pc:sldLayoutMkLst>
            <pc:docMk/>
            <pc:sldMasterMk cId="2209977519" sldId="2147483660"/>
            <pc:sldLayoutMk cId="316807558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futuristic-smart-agriculture-technology-v_2026-05-30T10-11-49_image_DAS_0.jpg"/>
          <p:cNvPicPr>
            <a:picLocks noChangeAspect="1"/>
          </p:cNvPicPr>
          <p:nvPr/>
        </p:nvPicPr>
        <p:blipFill>
          <a:blip r:embed="rId3">
            <a:alphaModFix amt="70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5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ZWISCHENPRÄSENTATION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API – Projekt und Sicherheitsbewertung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Projektübersicht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 einer API für Smart Agriculture Messdaten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463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Endpunkte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/health, /sensors, /statistics,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/alerts, /login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645920"/>
            <a:ext cx="3657600" cy="1463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Shape 7"/>
          <p:cNvSpPr/>
          <p:nvPr/>
        </p:nvSpPr>
        <p:spPr>
          <a:xfrm>
            <a:off x="4983480" y="19659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Datenquelle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0644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smart_agriculture_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measurements.csv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429000"/>
            <a:ext cx="3657600" cy="1463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Shape 11"/>
          <p:cNvSpPr/>
          <p:nvPr/>
        </p:nvSpPr>
        <p:spPr>
          <a:xfrm>
            <a:off x="960120" y="37490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86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API-Spezifikation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OpenAPI-Beschreibung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api.yml vorhanden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429000"/>
            <a:ext cx="3657600" cy="14630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5"/>
          <p:cNvSpPr/>
          <p:nvPr/>
        </p:nvSpPr>
        <p:spPr>
          <a:xfrm>
            <a:off x="4983480" y="37490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8862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Sicherheit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80644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der aktuellen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Sicherheitslage</a:t>
            </a:r>
            <a:endParaRPr lang="en-US" sz="1100" dirty="0"/>
          </a:p>
        </p:txBody>
      </p:sp>
      <p:pic>
        <p:nvPicPr>
          <p:cNvPr id="24" name="Image 4" descr="/agent/turn1/workspace/images/close-up-of-modern-iot-sensor-device-monitoring-so_2026-05-30T10-11-49_image_DAS_0.jpg"/>
          <p:cNvPicPr>
            <a:picLocks noChangeAspect="1"/>
          </p:cNvPicPr>
          <p:nvPr/>
        </p:nvPicPr>
        <p:blipFill>
          <a:blip r:embed="rId7"/>
          <a:srcRect t="46063" b="46063"/>
          <a:stretch/>
        </p:blipFill>
        <p:spPr>
          <a:xfrm>
            <a:off x="0" y="4663440"/>
            <a:ext cx="914400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Sicherheitsbewertung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965960" cy="32918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1325880" y="15087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Authentifizierung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Demo-Authentifizierung mit hardcodierten Zugangsdaten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5840" y="3657600"/>
            <a:ext cx="141732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100584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80360" y="1188720"/>
            <a:ext cx="1965960" cy="32918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Shape 9"/>
          <p:cNvSpPr/>
          <p:nvPr/>
        </p:nvSpPr>
        <p:spPr>
          <a:xfrm>
            <a:off x="2880360" y="118872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Shape 10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645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180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CORS-Policy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01752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CORS-Policy erlaubt Zugriff aus beliebigen Domains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154680" y="3657600"/>
            <a:ext cx="1417320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4"/>
          <p:cNvSpPr/>
          <p:nvPr/>
        </p:nvSpPr>
        <p:spPr>
          <a:xfrm>
            <a:off x="315468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029200" y="1188720"/>
            <a:ext cx="1965960" cy="32918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6"/>
          <p:cNvSpPr/>
          <p:nvPr/>
        </p:nvSpPr>
        <p:spPr>
          <a:xfrm>
            <a:off x="5029200" y="11887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Shape 17"/>
          <p:cNvSpPr/>
          <p:nvPr/>
        </p:nvSpPr>
        <p:spPr>
          <a:xfrm>
            <a:off x="5623560" y="15087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6459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HTTPS/TLS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6636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HTTPS/TLS-Konfiguration für den API-Verkehr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303520" y="3657600"/>
            <a:ext cx="141732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21"/>
          <p:cNvSpPr/>
          <p:nvPr/>
        </p:nvSpPr>
        <p:spPr>
          <a:xfrm>
            <a:off x="53035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178040" y="1188720"/>
            <a:ext cx="1965960" cy="329184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8" name="Shape 23"/>
          <p:cNvSpPr/>
          <p:nvPr/>
        </p:nvSpPr>
        <p:spPr>
          <a:xfrm>
            <a:off x="7178040" y="11887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Shape 24"/>
          <p:cNvSpPr/>
          <p:nvPr/>
        </p:nvSpPr>
        <p:spPr>
          <a:xfrm>
            <a:off x="7772400" y="15087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64592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6948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Eingabevalidierung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31520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Unzureichende Eingabevalidierung und fehlendes Error-Handling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452360" y="3657600"/>
            <a:ext cx="141732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28"/>
          <p:cNvSpPr/>
          <p:nvPr/>
        </p:nvSpPr>
        <p:spPr>
          <a:xfrm>
            <a:off x="745236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Risikomatrix – Kernrisiken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377440" y="960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AUSWIRKUNG 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912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548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W-KEIT 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14016" y="1636776"/>
            <a:ext cx="1938528" cy="841248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4425696" y="1636776"/>
            <a:ext cx="1938528" cy="84124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6437376" y="1636776"/>
            <a:ext cx="1938528" cy="841248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2414016" y="2551176"/>
            <a:ext cx="1938528" cy="841248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4425696" y="2551176"/>
            <a:ext cx="1938528" cy="841248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6437376" y="2551176"/>
            <a:ext cx="1938528" cy="84124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2414016" y="3465576"/>
            <a:ext cx="1938528" cy="841248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4425696" y="3465576"/>
            <a:ext cx="1938528" cy="841248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6437376" y="3465576"/>
            <a:ext cx="1938528" cy="841248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6473952" y="16459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Unsichere Auth.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Fehlendes TLS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62272" y="16459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CORS-Policy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Ungeschützte Endpoints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62272" y="2560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Eingaben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Abhängigk.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50592" y="2560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Logging/Audit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Zugriffsbeschr.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4617720"/>
            <a:ext cx="228600" cy="228600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269748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4617720"/>
            <a:ext cx="228600" cy="22860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70916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 / Mittel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4617720"/>
            <a:ext cx="228600" cy="228600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672084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Empfohlene Maßnahmen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Sichere Authentifizierung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1280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Gehashte Passwörter und Token-basierte Authentifizierung implementieren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029968"/>
            <a:ext cx="7680960" cy="6400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Shape 7"/>
          <p:cNvSpPr/>
          <p:nvPr/>
        </p:nvSpPr>
        <p:spPr>
          <a:xfrm>
            <a:off x="731520" y="2029968"/>
            <a:ext cx="45720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8"/>
          <p:cNvSpPr/>
          <p:nvPr/>
        </p:nvSpPr>
        <p:spPr>
          <a:xfrm>
            <a:off x="960120" y="20299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1671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beschränken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206240" y="20299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auf bekannte Domains beschränken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779776"/>
            <a:ext cx="7680960" cy="6400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Shape 12"/>
          <p:cNvSpPr/>
          <p:nvPr/>
        </p:nvSpPr>
        <p:spPr>
          <a:xfrm>
            <a:off x="731520" y="2779776"/>
            <a:ext cx="45720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3"/>
          <p:cNvSpPr/>
          <p:nvPr/>
        </p:nvSpPr>
        <p:spPr>
          <a:xfrm>
            <a:off x="960120" y="277977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91693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277977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 aktivieren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206240" y="277977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nur über HTTPS bereitstellen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1520" y="3529584"/>
            <a:ext cx="7680960" cy="6400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Shape 17"/>
          <p:cNvSpPr/>
          <p:nvPr/>
        </p:nvSpPr>
        <p:spPr>
          <a:xfrm>
            <a:off x="731520" y="3529584"/>
            <a:ext cx="45720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18"/>
          <p:cNvSpPr/>
          <p:nvPr/>
        </p:nvSpPr>
        <p:spPr>
          <a:xfrm>
            <a:off x="960120" y="352958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66674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20240" y="35295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Input-Validierung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206240" y="35295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Input-Validierung mit Pydantic implementieren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31520" y="4279392"/>
            <a:ext cx="7680960" cy="640080"/>
          </a:xfrm>
          <a:prstGeom prst="rect">
            <a:avLst/>
          </a:prstGeom>
          <a:solidFill>
            <a:srgbClr val="16253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Shape 22"/>
          <p:cNvSpPr/>
          <p:nvPr/>
        </p:nvSpPr>
        <p:spPr>
          <a:xfrm>
            <a:off x="731520" y="4279392"/>
            <a:ext cx="45720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3"/>
          <p:cNvSpPr/>
          <p:nvPr/>
        </p:nvSpPr>
        <p:spPr>
          <a:xfrm>
            <a:off x="960120" y="427939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441655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920240" y="42793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Abhängigkeiten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206240" y="42793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mit requirements.txt oder pyproject.toml festschreiben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lose-up-of-modern-iot-sensor-device-monitoring-so_2026-05-30T10-11-49_image_DAS_0.jpg"/>
          <p:cNvPicPr>
            <a:picLocks noChangeAspect="1"/>
          </p:cNvPicPr>
          <p:nvPr/>
        </p:nvPicPr>
        <p:blipFill>
          <a:blip r:embed="rId3">
            <a:alphaModFix amt="80000"/>
          </a:blip>
          <a:srcRect l="26296" r="26296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1371600" cy="5143500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1"/>
          <p:cNvSpPr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Fazit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4389120" cy="868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61848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3716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API ist funktional, aber nicht produktionsreif.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2468880"/>
            <a:ext cx="4389120" cy="868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715768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468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 Risiken: Authentifizierung, CORS und TLS.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31520" y="3566160"/>
            <a:ext cx="4389120" cy="868680"/>
          </a:xfrm>
          <a:prstGeom prst="rect">
            <a:avLst/>
          </a:prstGeom>
          <a:solidFill>
            <a:srgbClr val="16253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813048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566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 Maßnahmen reduzieren das Sicherheitsrisiko deutlich.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Bildschirmpräsentation (16:9)</PresentationFormat>
  <Paragraphs>76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Lukas Arzl</cp:lastModifiedBy>
  <cp:revision>1</cp:revision>
  <dcterms:created xsi:type="dcterms:W3CDTF">2013-01-27T09:14:16Z</dcterms:created>
  <dcterms:modified xsi:type="dcterms:W3CDTF">2026-05-30T10:20:12Z</dcterms:modified>
  <cp:category/>
</cp:coreProperties>
</file>